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Deep Learning &amp; Neural Networks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B.Tech AI &amp; DS Coursework - Slide Set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Convolutional Neural Networks (CNNs)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CNNs are specialized neural architectures for grid-like data (images, spatial signals).</a:t>
            </a:r>
          </a:p>
          <a:p>
            <a:r>
              <a:t>• Key Layers:</a:t>
            </a:r>
          </a:p>
          <a:p>
            <a:r>
              <a:t>  1. Convolutional Layer: Applies kernels/filters for feature extraction (edges, textures).</a:t>
            </a:r>
          </a:p>
          <a:p>
            <a:r>
              <a:t>  2. Pooling Layer (Max Pooling / Average Pooling): Downsamples spatial dimensions.</a:t>
            </a:r>
          </a:p>
          <a:p>
            <a:r>
              <a:t>  3. Fully Connected (FC) Layer: Performs final classification.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Self-Attention and Transformers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Proposed by Vaswani et al. (2017) in 'Attention Is All You Need'.</a:t>
            </a:r>
          </a:p>
          <a:p>
            <a:r>
              <a:t>• Key Mechanism: Scaled Dot-Product Attention.</a:t>
            </a:r>
          </a:p>
          <a:p>
            <a:r>
              <a:t>  Attention(Q, K, V) = softmax( (Q * K^T) / sqrt(d_k) ) * V</a:t>
            </a:r>
          </a:p>
          <a:p>
            <a:r>
              <a:t>• Multi-Head Attention allows joint projection to different representation subspaces.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